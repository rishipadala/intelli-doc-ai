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73152" cy="67939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Atma Malik Institute of Technology and Research (AMRIT)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75488"/>
            <a:ext cx="8778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Department of Computer Engineering  ·  University of Mumbai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841248"/>
            <a:ext cx="804672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Intelli-Doc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38BDF8"/>
                </a:solidFill>
              </a:rPr>
              <a:t>An Agentic AI-Powered Code Documentation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87168"/>
            <a:ext cx="8046720" cy="228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</a:rPr>
              <a:t>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4436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Prof. Swati Bhoir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Dept. of Computer Engineering, AMRIT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44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• Rishi Padala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284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• Sarvesh 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712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• Sarang Patil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40965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• David Kumar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8046720" cy="228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768096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5166360"/>
            <a:ext cx="6766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53895" y="5120640"/>
            <a:ext cx="1755648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7048" y="5166360"/>
            <a:ext cx="166420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Spring Boot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46703" y="5120640"/>
            <a:ext cx="1097280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516636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React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81144" y="5120640"/>
            <a:ext cx="1316736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54296" y="5166360"/>
            <a:ext cx="1225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MongoDB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5120640"/>
            <a:ext cx="1097280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516636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Kafka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79" y="5120640"/>
            <a:ext cx="1097280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42631" y="516636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19" y="5120640"/>
            <a:ext cx="2304288" cy="347472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5166360"/>
            <a:ext cx="22128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8BDF8"/>
                </a:solidFill>
              </a:rPr>
              <a:t>Gemini 2.5 Flash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BD5E1"/>
                </a:solidFill>
              </a:rPr>
              <a:t>Writing documentation is one of the most time-consuming — yet critical — parts of software development. Developers often skip it, leading to poorly maintained codebases that are hard to onboard and understand.
Intelli-Doc AI solves this by automatically analysing a GitHub repository and generating structured, human-readable documentation using Google Gemini 2.5 Flash — in seconds, not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7432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</a:rPr>
              <a:t>Instant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Documentation generated
in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7432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</a:rPr>
              <a:t>Agentic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Multi-step AI pipeline
for deep understanding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43200"/>
            <a:ext cx="2651760" cy="2560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2880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4290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8BDF8"/>
                </a:solidFill>
              </a:rPr>
              <a:t>GitHub 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93192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Paste a GitHub URL —
we handle the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60120"/>
            <a:ext cx="40690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124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No Auto-Documentation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Developers write code but rarely document it, making maintenance and onboarding extremely difficult.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960120"/>
            <a:ext cx="40690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1247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Time-Consuming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618488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Manually documenting a mid-sized codebase can take days of developer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703320"/>
            <a:ext cx="40690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6791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Inconsistent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61688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Documentation quality varies wildly across contributors and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3703320"/>
            <a:ext cx="40690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840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67911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8BDF8"/>
                </a:solidFill>
              </a:rPr>
              <a:t>Documentation Drift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361688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Even when docs exist, they quickly become outdated as code evolves.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55448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10972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24128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Frontend  (React + TypeScript)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Auth · Dashboard · Repo Detail · Markdown Editor · File Tree · WebSocket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67712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67712"/>
            <a:ext cx="109728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Backend  (Spring Boot 3 · Java 17)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98064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JWT Auth · JGit Clone · Kafka Queue · Redis Cache · WebSocket Notifier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564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621024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21024"/>
            <a:ext cx="109728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730752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AI Service  (FastAPI · Python)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151376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Gemini 2.5 Flash · File Selector (Architect) · Doc Generator · Key Rotation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80974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974336"/>
            <a:ext cx="8412480" cy="12344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974336"/>
            <a:ext cx="109728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084064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Data Layer  (MongoDB · Redis · Kafka)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504688"/>
            <a:ext cx="79552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User/Repo/Doc persistence · Documentation cache · Async processing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37160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" y="914400"/>
            <a:ext cx="2011680" cy="5760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005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8BDF8"/>
                </a:solidFill>
              </a:rPr>
              <a:t>⚛  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35608"/>
            <a:ext cx="173736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React 18 + 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Vite 5 (bundler)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700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Tailwind CSS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1868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Radix UI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673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Zustand (state)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1596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TanStack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6460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React Router v6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1448" y="914400"/>
            <a:ext cx="2011680" cy="5760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32888" y="1005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</a:rPr>
              <a:t>🍃  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8608" y="1435608"/>
            <a:ext cx="1737360" cy="274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8608" y="157276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Spring Boot 3.5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1214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Java 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26700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Spring Security +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321868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JGit (repo cloning)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37673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Retrofit + WebClient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78608" y="431596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Springdoc OpenAPI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4296" y="914400"/>
            <a:ext cx="2011680" cy="5760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45736" y="1005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78BFA"/>
                </a:solidFill>
              </a:rPr>
              <a:t>🤖  AI Service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91456" y="1435608"/>
            <a:ext cx="173736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91456" y="157276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FastAPI (Python 3.11)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21214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Google Gemini 2.5 Flash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1456" y="26700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Multi-key rotation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91456" y="321868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Token-bucket rate limiter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67144" y="914400"/>
            <a:ext cx="2011680" cy="5760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3" y="1005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BBF24"/>
                </a:solidFill>
              </a:rPr>
              <a:t>🗄  Data &amp; Infra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04304" y="1435608"/>
            <a:ext cx="1737360" cy="274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04304" y="157276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MongoDB (persistence)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4304" y="212140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Redis (cache)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267004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Apache Kafka (queue)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218687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Docker + Compose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4304" y="3767328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• Vercel (frontend)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0058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10241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GitHub OAuth + Email Auth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Secure authentication with OTP email verification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91440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0241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Repo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087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Clones &amp; analyses any public GitHub repository via JGit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91440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005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0241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Agentic AI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50876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2-step AI: file selection then deep doc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283464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2944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Real-time 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29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Kafka + WebSocket live processing progress stream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283464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944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Markdown Editor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429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Edit and customise generated documentation inline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283464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292608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44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Full-text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42900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Search across all generated documentation instantly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754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19" y="4864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File Tree 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3492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Visual project structure with syntax-highlighted files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4754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4864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Redis Caching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3492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Instant doc retrieval — no repeated AI calls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754880"/>
            <a:ext cx="265176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846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8646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Dashboard Stats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349240"/>
            <a:ext cx="2423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Analytics on repos, docs generated, and usage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0058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124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User 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Sign up via email (OTP verification) or one-click GitHub OAuth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59" y="96012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46320" y="14630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5087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399" y="11247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Add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399" y="1554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Paste any public GitHub URL — backend queues it via Kafka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2834639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337559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99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Clone &amp; Analyse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289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JGit clones the repo; backend maps the complete file 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9159" y="2834639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46320" y="3337559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38327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399" y="2999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AI File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399" y="34289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Gemini AI (Architect) selects the most relevant source files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" y="4709159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5212079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2577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737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Generate Docs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Gemini 2.5 Flash generates structured markdown documentation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09159" y="4709159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846320" y="5212079"/>
            <a:ext cx="502920" cy="502920"/>
          </a:xfrm>
          <a:prstGeom prst="roundRect">
            <a:avLst>
              <a:gd name="adj" fmla="val 5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5257799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399" y="487375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Cache &amp; Display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399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Docs cached in Redis; displayed with live search and editor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&amp;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28016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8BDF8"/>
                </a:solidFill>
              </a:rPr>
              <a:t>&lt; 60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End-to-end documentation
generation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91440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4D399"/>
                </a:solidFill>
              </a:rPr>
              <a:t>2-Step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459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Architect selects files;
Generator writes docs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914400"/>
            <a:ext cx="265176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05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64592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Automated — zero manual
doc effort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Full-stack production deployment on Vercel (frontend) and Docker (backend/AI)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730752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Agentic pipeline using Gemini 2.5 Flash with multi-key rotation &amp;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261104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Real-time progress notifications via Kafka + WebSocket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791456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Redis caching layer eliminates redundant AI calls for the same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321808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Supports public GitHub repos of any language or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52160"/>
            <a:ext cx="8412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✅  Seamless developer experience — from URL to full docs in under a minute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005840" cy="45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051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Private Repository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OAuth token passthrough to access private GitHub repos securely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91440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4173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399" y="10515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AI Chat on Codebase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399" y="15087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Ask questions about any repository using a RAG-powered chatbot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Auto-Sync Webhooks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429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GitHub webhooks to auto-regenerate docs on every push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283464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337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Multi-Language Localisation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3429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Generate documentation in multiple human languages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475488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257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92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IDE Plugins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VS Code / JetBrains extension for in-editor documentation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4754880"/>
            <a:ext cx="4160520" cy="17373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257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48920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Export to PDF / Confluence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53492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One-click export to PDF, Notion, or Confluence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914400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1371600"/>
            <a:ext cx="3657600" cy="36576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8412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8346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38BDF8"/>
                </a:solidFill>
              </a:rPr>
              <a:t>Intelli-Doc AI  ·  An Agentic AI-Powered Code Documentation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429000"/>
            <a:ext cx="45720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🌐  https://intelli-docai.vercel.app/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4D399"/>
                </a:solidFill>
              </a:rPr>
              <a:t>Guide  ·  Prof. Swati Bhoir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6634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Rishi Padala   ·   Sarvesh Pal   ·   Sarang Patil   ·   David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1663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Dept. of Computer Engineering  ·  AMRIT  ·  University of Mumbai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92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